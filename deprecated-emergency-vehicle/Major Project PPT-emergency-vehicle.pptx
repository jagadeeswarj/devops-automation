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Open Sauc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ohrium.com/en/paper-details/development-of-a-real-time-traffic-density-detection-website-using-yolov8-based-digital-image-processing-with-opencv/1152782653724819460-0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bohrium.com/en/paper-details/rtaiaed-a-real-time-ambulance-in-an-emergency-detector-with-a-pyramidal-part-based-model-composed-of-mfccs-and-yolov8/983546784716423170-410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ohrium.com/en/paper-details/real-time-vehicle-detection-and-classification-in-traffic-videos-using-yolov8/1158695757956513797-0" TargetMode="External"/><Relationship Id="rId5" Type="http://schemas.openxmlformats.org/officeDocument/2006/relationships/hyperlink" Target="https://www.bohrium.com/en/paper-details/ai-driven-traffic-management-system-for-emergency-vehicle-prioritization-using-yolo/1080152508585738258-46649" TargetMode="External"/><Relationship Id="rId4" Type="http://schemas.openxmlformats.org/officeDocument/2006/relationships/hyperlink" Target="https://www.bohrium.com/en/paper-details/real-time-traffic-signal-adjustment-using-yolov8-for-improved-integration-of-emergency-vehicles-in-smart-traffic-systems/1136681261734035522-273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88463"/>
              </p:ext>
            </p:extLst>
          </p:nvPr>
        </p:nvGraphicFramePr>
        <p:xfrm>
          <a:off x="8763000" y="5112026"/>
          <a:ext cx="9217597" cy="5081590"/>
        </p:xfrm>
        <a:graphic>
          <a:graphicData uri="http://schemas.openxmlformats.org/drawingml/2006/table">
            <a:tbl>
              <a:tblPr/>
              <a:tblGrid>
                <a:gridCol w="4403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627">
                <a:tc gridSpan="2"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Number: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Team Members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Vibhas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Naidu</a:t>
                      </a:r>
                    </a:p>
                    <a:p>
                      <a:pPr algn="ctr" rtl="0" fontAlgn="ctr"/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23071A67F1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Jagadeeswar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Jonnadula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23071A67F4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450138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Parvez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Alam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23071A67F5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Uday Bhaskar Reddy</a:t>
                      </a: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23071A67K4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11464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62000" y="3003982"/>
            <a:ext cx="17373600" cy="1473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Emergency Vehicle Detection and Dynamic Traffic Control using YOLOv8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02D836-7B44-9056-998D-7A2B2986E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66675"/>
            <a:ext cx="16306800" cy="284705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BF72DB-01E8-8EDA-7D0E-B97FE11F5496}"/>
              </a:ext>
            </a:extLst>
          </p:cNvPr>
          <p:cNvSpPr txBox="1"/>
          <p:nvPr/>
        </p:nvSpPr>
        <p:spPr>
          <a:xfrm>
            <a:off x="277586" y="7149334"/>
            <a:ext cx="74948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Dr. P Jyothi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CSE-(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DS) and AI&amp;DS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392400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02390" y="547486"/>
            <a:ext cx="2795623" cy="7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Abstract: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25710-4B89-4984-A2F9-83313D6CD9DE}"/>
              </a:ext>
            </a:extLst>
          </p:cNvPr>
          <p:cNvSpPr txBox="1"/>
          <p:nvPr/>
        </p:nvSpPr>
        <p:spPr>
          <a:xfrm>
            <a:off x="838200" y="2021871"/>
            <a:ext cx="161544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increasing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become major challenges for providing timely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medical services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modern cities.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experience delays at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signalized intersections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conventional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 on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schedules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lack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coordination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emergency vehicles. These delays can significantly increase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 time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 the chances of saving lives during critical situations. To address this problem, this project proposes an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Adaptive Traffic Control System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creates intelligent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corridors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ambulances by integrating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GPS-based route prediction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computer vision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traffic signal control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communication technologies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uses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the ambulance's route and notify upcoming intersections before its arrival. A custom-trained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model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deployed on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devices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live traffic camera feeds to detect ambulances and estimate traffic conditions in real time. The system calculates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queue length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Time-To-Clear (TTC)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the optimal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preemption timing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efficient traffic clearance while minimizing disruption to regular traffic flow.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MQTT-based communication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coordination among multiple intersections to provide a continuous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corridor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proposed solution is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utilizing existing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camera infrastructure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edge devices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Its performance is evaluated using metrics such as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latency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clearance efficiency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ambulance travel time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637888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84139" y="547486"/>
            <a:ext cx="3613497" cy="7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5A34E-7941-4971-8FE8-5A79ECDF2621}"/>
              </a:ext>
            </a:extLst>
          </p:cNvPr>
          <p:cNvSpPr txBox="1"/>
          <p:nvPr/>
        </p:nvSpPr>
        <p:spPr>
          <a:xfrm>
            <a:off x="596869" y="1957023"/>
            <a:ext cx="17094261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traffic congestion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become a significant challenge in rapidly growing cities, particularly during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medical situations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ambulances must reach hospitals without delay. Although ambulances are given priority under traffic regulations, they often face delays 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signalized intersections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conventional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schedules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coordination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Existing emergency traffic management solutions rely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intervention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infrastructure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focus only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ignoring factors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queue length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preemption timing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multi-intersection coordination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overcome these limitations, this project proposes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Adaptive Traffic Control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creates intelligent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corridors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ambulances. The system integrates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GPS-based route prediction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YOLOv8-based edge computer vision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traffic signal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MQTT-based communication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ambulance routes, detect emergency vehicles, estimate traffic conditions, and dynamically control traffic signals. By calculating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Time-To-Clear (TTC)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coordinating multiple intersections, the proposed system reduces ambulance travel time, minimizes disruption to normal traffic, and provides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for modern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delays emergency medical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traffic signals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 ambulance movement.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adaptive traffic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ambulance routes and alerts intersections.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ambulances using live traffic camera feeds.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Time-To-Clear (TTC)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intelligent signal preemption.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communication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synchronizes multiple intersections.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creates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corridors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ambulance travel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suitable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90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940" y="547486"/>
            <a:ext cx="3413572" cy="7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4DD88-F8AF-4BB0-AEF4-3D4279B3388A}"/>
              </a:ext>
            </a:extLst>
          </p:cNvPr>
          <p:cNvSpPr txBox="1"/>
          <p:nvPr/>
        </p:nvSpPr>
        <p:spPr>
          <a:xfrm>
            <a:off x="685800" y="2019300"/>
            <a:ext cx="166116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1. Real-Time Emergency Vehicle Detection</a:t>
            </a:r>
          </a:p>
          <a:p>
            <a:r>
              <a:rPr lang="en-US" sz="2400" dirty="0"/>
              <a:t>To design and develop a robust </a:t>
            </a:r>
            <a:r>
              <a:rPr lang="en-US" sz="2400" b="1" dirty="0"/>
              <a:t>edge-based computer vision system</a:t>
            </a:r>
            <a:r>
              <a:rPr lang="en-US" sz="2400" dirty="0"/>
              <a:t> capable of detecting ambulances from live traffic camera feeds using a custom-trained </a:t>
            </a:r>
            <a:r>
              <a:rPr lang="en-US" sz="2400" b="1" dirty="0"/>
              <a:t>YOLOv8 model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and train a custom ambulance detection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Achieve accurate ambulance detection with real-time inference.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Evaluate the model using </a:t>
            </a:r>
            <a:r>
              <a:rPr lang="en-US" sz="2400" b="1" dirty="0"/>
              <a:t>Precision, Recall, </a:t>
            </a:r>
            <a:r>
              <a:rPr lang="en-US" sz="2400" b="1" dirty="0" err="1"/>
              <a:t>mAP</a:t>
            </a:r>
            <a:r>
              <a:rPr lang="en-US" sz="2400" b="1" dirty="0"/>
              <a:t>, and FPS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Validate the system under varying traffic and lighting conditions.</a:t>
            </a:r>
          </a:p>
          <a:p>
            <a:endParaRPr lang="en-US" sz="2400" dirty="0"/>
          </a:p>
          <a:p>
            <a:r>
              <a:rPr lang="en-US" sz="2400" b="1" dirty="0"/>
              <a:t>2. Intelligent Adaptive Traffic Signal Control</a:t>
            </a:r>
          </a:p>
          <a:p>
            <a:r>
              <a:rPr lang="en-US" sz="2400" dirty="0"/>
              <a:t>To develop an intelligent decision-making algorithm that estimates traffic conditions and dynamically determines optimal traffic signal switching based on </a:t>
            </a:r>
            <a:r>
              <a:rPr lang="en-US" sz="2400" b="1" dirty="0"/>
              <a:t>ambulance proximity and traffic queue clearance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Estimate vehicle queue length using camera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</a:t>
            </a:r>
            <a:r>
              <a:rPr lang="en-US" sz="2400" b="1" dirty="0"/>
              <a:t>Time-To-Clear (TTC)</a:t>
            </a:r>
            <a:r>
              <a:rPr lang="en-US" sz="2400" dirty="0"/>
              <a:t> using mathematical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Dynamically determine appropriate signal preemption timing.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Restore normal traffic operation immediately after the ambulance passes.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Minimize unnecessary disruption to regular traffic flow.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940" y="547486"/>
            <a:ext cx="3413572" cy="7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4DD88-F8AF-4BB0-AEF4-3D4279B3388A}"/>
              </a:ext>
            </a:extLst>
          </p:cNvPr>
          <p:cNvSpPr txBox="1"/>
          <p:nvPr/>
        </p:nvSpPr>
        <p:spPr>
          <a:xfrm>
            <a:off x="685800" y="2019300"/>
            <a:ext cx="16611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3. Distributed Green Corridor Coordination</a:t>
            </a:r>
          </a:p>
          <a:p>
            <a:pPr algn="just"/>
            <a:r>
              <a:rPr lang="en-US" sz="2400" dirty="0"/>
              <a:t>To implement a coordinated traffic management framework that integrates </a:t>
            </a:r>
            <a:r>
              <a:rPr lang="en-US" sz="2400" b="1" dirty="0"/>
              <a:t>GPS-based route prediction, edge-based computer vision, and lightweight communication</a:t>
            </a:r>
            <a:r>
              <a:rPr lang="en-US" sz="2400" dirty="0"/>
              <a:t> to synchronize multiple intersections along the ambulance's route.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Predict the ambulance route using GPS and mapping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Notify upcoming intersections before the ambulance arrives.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Coordinate multiple intersections using </a:t>
            </a:r>
            <a:r>
              <a:rPr lang="en-US" sz="2400" b="1" dirty="0"/>
              <a:t>MQTT-based communication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Create a continuous green corridor through a multi-intersection prototype.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Evaluate the reduction in ambulance travel time and overall system latency.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/>
            <a:r>
              <a:rPr lang="en-US" sz="2400" b="1" dirty="0"/>
              <a:t>4. Performance Evaluation and Scalability</a:t>
            </a:r>
          </a:p>
          <a:p>
            <a:pPr algn="just"/>
            <a:r>
              <a:rPr lang="en-US" sz="2400" dirty="0"/>
              <a:t>To evaluate the effectiveness, reliability, and practical feasibility of the proposed system for real-world smart city deployment.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Measure ambulance detection accuracy and system response latency.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Analyze traffic queue clearance efficiency.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Evaluate the reduction in ambulance travel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Assess the system's ability to minimize disruption to normal traffic.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Develop a scalable and cost-effective solution that can utilize existing traffic camera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174867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38815" y="547486"/>
            <a:ext cx="4522245" cy="1473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 Paper Link(If any):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56990" y="547486"/>
            <a:ext cx="3468097" cy="7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6FB12-705B-450D-889A-08C291045166}"/>
              </a:ext>
            </a:extLst>
          </p:cNvPr>
          <p:cNvSpPr txBox="1"/>
          <p:nvPr/>
        </p:nvSpPr>
        <p:spPr>
          <a:xfrm>
            <a:off x="457200" y="2247900"/>
            <a:ext cx="16459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Real-time traffic signal adjustment using YOLOv8 for improved integration of emergency vehicles in smart traffic systems: Abstract, Citation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BibTeX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) &amp; Reference | Bohrium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hlinkClick r:id="rId5"/>
              </a:rPr>
              <a:t>AI-Driven Traffic Management System for Emergency Vehicle Prioritization Using YOLO: Abstract, Citation (</a:t>
            </a:r>
            <a:r>
              <a:rPr lang="en-IN" sz="2400" dirty="0" err="1">
                <a:hlinkClick r:id="rId5"/>
              </a:rPr>
              <a:t>BibTeX</a:t>
            </a:r>
            <a:r>
              <a:rPr lang="en-IN" sz="2400" dirty="0">
                <a:hlinkClick r:id="rId5"/>
              </a:rPr>
              <a:t>) &amp; Reference | Bohrium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Real-Time Vehicle Detection and Classification in Traffic Videos Using Yolov8: Abstract, Citation (</a:t>
            </a:r>
            <a:r>
              <a:rPr lang="en-US" sz="2400" dirty="0" err="1">
                <a:hlinkClick r:id="rId6"/>
              </a:rPr>
              <a:t>BibTeX</a:t>
            </a:r>
            <a:r>
              <a:rPr lang="en-US" sz="2400" dirty="0">
                <a:hlinkClick r:id="rId6"/>
              </a:rPr>
              <a:t>) &amp; Reference | Bohrium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7"/>
              </a:rPr>
              <a:t>RTAIAED: A Real-Time Ambulance in an Emergency Detector with a Pyramidal Part-Based Model Composed of MFCCs and YOLOv8 : Full Paper PDF &amp; Summary | Bohrium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8"/>
              </a:rPr>
              <a:t>Development of a Real-Time Traffic Density Detection Website Using YOLOv8-Based Digital Image Processing with OpenCV: Abstract, Citation (</a:t>
            </a:r>
            <a:r>
              <a:rPr lang="en-US" sz="2400" dirty="0" err="1">
                <a:hlinkClick r:id="rId8"/>
              </a:rPr>
              <a:t>BibTeX</a:t>
            </a:r>
            <a:r>
              <a:rPr lang="en-US" sz="2400" dirty="0">
                <a:hlinkClick r:id="rId8"/>
              </a:rPr>
              <a:t>) &amp; Reference | Bohrium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10588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510290" y="4169183"/>
            <a:ext cx="5267419" cy="11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8"/>
              </a:lnSpc>
              <a:spcBef>
                <a:spcPct val="0"/>
              </a:spcBef>
            </a:pPr>
            <a:r>
              <a:rPr lang="en-US" sz="67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1019</Words>
  <Application>Microsoft Office PowerPoint</Application>
  <PresentationFormat>Custom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Times New Roman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PROJECT ABSTRACT</dc:title>
  <cp:lastModifiedBy>uday bhaskar</cp:lastModifiedBy>
  <cp:revision>12</cp:revision>
  <dcterms:created xsi:type="dcterms:W3CDTF">2006-08-16T00:00:00Z</dcterms:created>
  <dcterms:modified xsi:type="dcterms:W3CDTF">2026-07-29T17:16:34Z</dcterms:modified>
  <dc:identifier>DAHBHb9LjcI</dc:identifier>
</cp:coreProperties>
</file>